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octag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7104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DOS LÍDERES DE PRODUÇÃO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Apontamentos no Sistema PCP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identificados nos últimos pedidos processados — o que aconteceu, por que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grave e o que precisa mudar a partir de agora.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Controle da Produção  •  15/07/2026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só vale o que for apontado nele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02832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3852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PCP mostra onde cada pedido está com base no que é apontado no sistema — recebido, em produção, finalizado, encaminhado.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8" name="Image 1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582802"/>
            <a:ext cx="442204" cy="4422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493008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apontamento não acontece, ou acontece errado, o sistema passa a mostrar uma etapa que não é a real.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040880" y="19202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E8EDF3"/>
          </a:solidFill>
          <a:ln/>
        </p:spPr>
      </p:sp>
      <p:sp>
        <p:nvSpPr>
          <p:cNvPr id="11" name="Text 7"/>
          <p:cNvSpPr/>
          <p:nvPr/>
        </p:nvSpPr>
        <p:spPr>
          <a:xfrm>
            <a:off x="7406640" y="2286000"/>
            <a:ext cx="3794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consegue ver de verdade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peça está — nem o líder,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o PCP, nem o cliente.”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1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foram apontadas direto para a Qualidade,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passar pelo Retrabalho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D9DEE5"/>
          </a:solidFill>
          <a:ln w="19050">
            <a:solidFill>
              <a:srgbClr val="5A6A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97764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(pulado)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10912" y="2011680"/>
            <a:ext cx="402336" cy="402336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9" name="Image 0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5169" y="2055937"/>
            <a:ext cx="313822" cy="31382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132320" y="246888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291840" y="2148840"/>
            <a:ext cx="3840480" cy="320040"/>
          </a:xfrm>
          <a:prstGeom prst="bentConnector3">
            <a:avLst/>
          </a:prstGeom>
          <a:noFill/>
          <a:ln w="2857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6400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420624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pedidos recentes, peças que precisavam passar pelo Retrabalho foram apontadas direto do Estoque para a Qualidade.</a:t>
            </a:r>
            <a:endParaRPr lang="en-US" sz="14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um erro do sistema — foi de quem separou o material, sem identificar que aquela peça precisava de retrabalho antes de seguir.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589520" y="3794760"/>
            <a:ext cx="3977640" cy="1965960"/>
          </a:xfrm>
          <a:prstGeom prst="roundRect">
            <a:avLst>
              <a:gd name="adj" fmla="val 4651"/>
            </a:avLst>
          </a:prstGeom>
          <a:solidFill>
            <a:srgbClr val="FEF3C7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9776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Pular etapa no apontamento esconde que a peça nunca passou pelo retrabalho de verdade.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2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Peças de apontamentos diferentes foram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embaladas todas juntas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ECFD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606040"/>
            <a:ext cx="502920" cy="50292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661361"/>
            <a:ext cx="392278" cy="3922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deveria ser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permite apontar a quantidade exata de peças de um pedido que vai para cada setor (pedidos parciais). Cada apontamento deve ser separado e identificável fisicamente.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2331720"/>
            <a:ext cx="5120640" cy="2834640"/>
          </a:xfrm>
          <a:prstGeom prst="roundRect">
            <a:avLst>
              <a:gd name="adj" fmla="val 3226"/>
            </a:avLst>
          </a:prstGeom>
          <a:solidFill>
            <a:srgbClr val="FE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606040"/>
            <a:ext cx="502920" cy="50292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2661361"/>
            <a:ext cx="392278" cy="3922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29400" y="329184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foram embalados com peças misturadas, sem respeitar a separação por apontamento — tudo junto, sem distinção de qual quantidade era de qual setor/etapa.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544068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440680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separar por apontamento, é impossível saber depois quantas peças foram de fato para cada setor.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3 DE 3 — O MAIS GRAVE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Peça foi recebida, processada e encaminhada —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nunca apontada no sistema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5234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06207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" name="Image 0" descr="C:\Users\GUILHE~1.SAN\AppData\Local\Temp\claude\C--Users-guilherme-santos-Desktop-sistema-pcp\4d21c026-892e-446d-879f-b79089ffc749\scratchpad/icons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379" y="2717780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1071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8406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60410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0" name="Shape 7"/>
          <p:cNvSpPr/>
          <p:nvPr/>
        </p:nvSpPr>
        <p:spPr>
          <a:xfrm>
            <a:off x="371383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C:\Users\GUILHE~1.SAN\AppData\Local\Temp\claude\C--Users-guilherme-santos-Desktop-sistema-pcp\4d21c026-892e-446d-879f-b79089ffc749\scratchpad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39" y="2717780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6247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93582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5586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15" name="Shape 11"/>
          <p:cNvSpPr/>
          <p:nvPr/>
        </p:nvSpPr>
        <p:spPr>
          <a:xfrm>
            <a:off x="636559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6" name="Image 2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99" y="2717780"/>
            <a:ext cx="370881" cy="3708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1423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587588" y="2903220"/>
            <a:ext cx="320040" cy="0"/>
          </a:xfrm>
          <a:prstGeom prst="line">
            <a:avLst/>
          </a:prstGeom>
          <a:noFill/>
          <a:ln w="25400">
            <a:solidFill>
              <a:srgbClr val="5A6A80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907628" y="242316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/>
        </p:spPr>
      </p:sp>
      <p:sp>
        <p:nvSpPr>
          <p:cNvPr id="20" name="Shape 15"/>
          <p:cNvSpPr/>
          <p:nvPr/>
        </p:nvSpPr>
        <p:spPr>
          <a:xfrm>
            <a:off x="9017356" y="2665476"/>
            <a:ext cx="475488" cy="47548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1" name="Image 3" descr="C:\Users\GUILHE~1.SAN\AppData\Local\Temp\claude\C--Users-guilherme-santos-Desktop-sistema-pcp\4d21c026-892e-446d-879f-b79089ffc749\scratchpad/icons/s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9659" y="2717780"/>
            <a:ext cx="370881" cy="37088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65996" y="242316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Encaminhado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2348" y="3703320"/>
            <a:ext cx="10287000" cy="0"/>
          </a:xfrm>
          <a:prstGeom prst="line">
            <a:avLst/>
          </a:prstGeom>
          <a:noFill/>
          <a:ln w="31750">
            <a:solidFill>
              <a:srgbClr val="B91C1C"/>
            </a:solidFill>
            <a:prstDash val="dash"/>
          </a:ln>
        </p:spPr>
      </p:sp>
      <p:sp>
        <p:nvSpPr>
          <p:cNvPr id="24" name="Text 18"/>
          <p:cNvSpPr/>
          <p:nvPr/>
        </p:nvSpPr>
        <p:spPr>
          <a:xfrm>
            <a:off x="952348" y="3794760"/>
            <a:ext cx="10287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disso foi apontado no sistema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" y="4343400"/>
            <a:ext cx="10927080" cy="178308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0120" y="4663440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7" name="Image 4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9" y="4733849"/>
            <a:ext cx="499262" cy="49926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828800" y="4572000"/>
            <a:ext cx="9464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erro mais grave: o sistema fica travado numa etapa antiga, enquanto a peça já avançou na prática. O PCP passa a mostrar uma informação que não é mais verdade.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vira só um espelho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problema que já existia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apontamento não acontece — ou acontece errado — o PCP deixa de mostrar a etapa real de cada pedido. Isso invalida o sistema: ninguém consegue ver, com confiança, onde cada peça está.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NESTA FASE INICIAL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finalização e todo encaminhamento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precisam ser comunicados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394082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286000"/>
            <a:ext cx="9509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uma peça, uma quantidade ou um pedido inteiro for finalizado e encaminhado para a próxima etapa, isso precisa ser comunicado — apontado no sistema, e avisado a quem vai receber.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331012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menos nesse começo de sistema, até que todos estejam alinhados e o apontamento vire rotina natural do dia a dia.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160520"/>
            <a:ext cx="10927080" cy="2148840"/>
          </a:xfrm>
          <a:prstGeom prst="roundRect">
            <a:avLst>
              <a:gd name="adj" fmla="val 5106"/>
            </a:avLst>
          </a:prstGeom>
          <a:solidFill>
            <a:srgbClr val="FFF7ED"/>
          </a:solidFill>
          <a:ln/>
        </p:spPr>
      </p:sp>
      <p:sp>
        <p:nvSpPr>
          <p:cNvPr id="9" name="Shape 6"/>
          <p:cNvSpPr/>
          <p:nvPr/>
        </p:nvSpPr>
        <p:spPr>
          <a:xfrm>
            <a:off x="960120" y="448056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0" name="Image 1" descr="C:\Users\GUILHE~1.SAN\AppData\Local\Temp\claude\C--Users-guilherme-santos-Desktop-sistema-pcp\4d21c026-892e-446d-879f-b79089ffc749\scratchpad/icons/scisso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2" y="4542922"/>
            <a:ext cx="442204" cy="4422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37360" y="4434840"/>
            <a:ext cx="9555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avaliação: fim do fluxo informal do corte manual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737360" y="4892040"/>
            <a:ext cx="9509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sendo avaliada a possibilidade de retirar os pedidos de corte manual do fluxo informal — hoje acompanhados "no olho", sem passar pelo apontamento no sistema. A ideia é que nenhum pedido siga sem estar refletido no sistema, corte manual incluído.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líder precisa garantir na sua equipe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30552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5" name="Image 0" descr="C:\Users\GUILHE~1.SAN\AppData\Local\Temp\claude\C--Users-guilherme-santos-Desktop-sistema-pcp\4d21c026-892e-446d-879f-b79089ffc749\scratchpad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42" y="2192914"/>
            <a:ext cx="442204" cy="4422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96596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sempre, na hora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63040" y="2350008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é registrado no sistema no momento em que acontece — não depois, não "quando der tempo".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9" name="Image 1" descr="C:\Users\GUILHE~1.SAN\AppData\Local\Temp\claude\C--Users-guilherme-santos-Desktop-sistema-pcp\4d21c026-892e-446d-879f-b79089ffc749\scratchpa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42" y="3354202"/>
            <a:ext cx="442204" cy="4422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31272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 roteiro do pedido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463040" y="3511296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etapa é pulada sem justificativa registrada. Se a quantidade precisa de retrabalho, ela passa pelo retrabalho.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453128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3" name="Image 2" descr="C:\Users\GUILHE~1.SAN\AppData\Local\Temp\claude\C--Users-guilherme-santos-Desktop-sistema-pcp\4d21c026-892e-446d-879f-b79089ffc749\scratchpad/icons/pack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2" y="4515490"/>
            <a:ext cx="442204" cy="44220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28853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 que for apontado separado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63040" y="4672584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Quantidades de apontamentos/setores diferentes não são embaladas ou misturadas juntas.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614416"/>
            <a:ext cx="566928" cy="566928"/>
          </a:xfrm>
          <a:prstGeom prst="ellipse">
            <a:avLst/>
          </a:prstGeom>
          <a:solidFill>
            <a:srgbClr val="1A3A5C"/>
          </a:solidFill>
          <a:ln/>
        </p:spPr>
      </p:sp>
      <p:pic>
        <p:nvPicPr>
          <p:cNvPr id="17" name="Image 3" descr="C:\Users\GUILHE~1.SAN\AppData\Local\Temp\claude\C--Users-guilherme-santos-Desktop-sistema-pcp\4d21c026-892e-446d-879f-b79089ffc749\scratchpad/icons/ale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42" y="5676778"/>
            <a:ext cx="442204" cy="44220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544982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erro antes de seguir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63040" y="5833872"/>
            <a:ext cx="9509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pulada, quantidade misturada, apontamento esquecido: avisar o PCP antes de continuar. Corrigir depois é bem mais difícil.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972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" name="Image 0" descr="C:\Users\GUILHE~1.SAN\AppData\Local\Temp\claude\C--Users-guilherme-santos-Desktop-sistema-pcp\4d21c026-892e-446d-879f-b79089ffc749\scratchpad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489" y="1167689"/>
            <a:ext cx="499262" cy="4992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Contamos com cada líder pra manter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PCP confiável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3566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como apontar, ou algum apontamento que ficou errado: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PCP antes de seguir o pedido.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 Gabriel - Sistema PCP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2026-07-15T19:30:14Z</dcterms:created>
  <dcterms:modified xsi:type="dcterms:W3CDTF">2026-07-15T19:30:14Z</dcterms:modified>
</cp:coreProperties>
</file>