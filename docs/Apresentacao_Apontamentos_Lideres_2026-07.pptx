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octag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7104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DOS LÍDERES DE PRODUÇÃO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Apontamentos no Sistema PCP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identificados nos últimos pedidos processados — o que aconteceu, por que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grave e o que precisa mudar a partir de agora.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Controle da Produção  •  15/07/2026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só vale o que for apontado nele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028322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3852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PCP mostra onde cada pedido está com base no que é apontado no sistema — recebido, em produção, finalizado, encaminhado.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8" name="Image 1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582802"/>
            <a:ext cx="442204" cy="4422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49300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apontamento não acontece, ou acontece errado, o sistema passa a mostrar uma etapa que não é a real.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040880" y="1920240"/>
            <a:ext cx="4480560" cy="3291840"/>
          </a:xfrm>
          <a:prstGeom prst="roundRect">
            <a:avLst>
              <a:gd name="adj" fmla="val 3333"/>
            </a:avLst>
          </a:prstGeom>
          <a:solidFill>
            <a:srgbClr val="E8EDF3"/>
          </a:solidFill>
          <a:ln/>
        </p:spPr>
      </p:sp>
      <p:sp>
        <p:nvSpPr>
          <p:cNvPr id="11" name="Text 7"/>
          <p:cNvSpPr/>
          <p:nvPr/>
        </p:nvSpPr>
        <p:spPr>
          <a:xfrm>
            <a:off x="7406640" y="2286000"/>
            <a:ext cx="3794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consegue ver de verdade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peça está — nem o líder,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o PCP, nem o cliente.”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1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foram apontadas direto para a Qualidade,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passar pelo Retrabalho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7764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9DEE5"/>
          </a:solidFill>
          <a:ln w="19050">
            <a:solidFill>
              <a:srgbClr val="5A6A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97764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(pulado)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10912" y="2011680"/>
            <a:ext cx="402336" cy="402336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9" name="Image 0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5169" y="2055937"/>
            <a:ext cx="313822" cy="31382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13232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291840" y="2148840"/>
            <a:ext cx="3840480" cy="320040"/>
          </a:xfrm>
          <a:prstGeom prst="bentConnector3">
            <a:avLst/>
          </a:prstGeom>
          <a:noFill/>
          <a:ln w="28575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64008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420624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pedidos recentes, peças que precisavam passar pelo Retrabalho foram apontadas direto do Estoque para a Qualidade.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um erro do sistema — foi de quem separou o material, sem identificar que aquela peça precisava de retrabalho antes de seguir.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589520" y="3794760"/>
            <a:ext cx="3977640" cy="1965960"/>
          </a:xfrm>
          <a:prstGeom prst="roundRect">
            <a:avLst>
              <a:gd name="adj" fmla="val 4651"/>
            </a:avLst>
          </a:prstGeom>
          <a:solidFill>
            <a:srgbClr val="FEF3C7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3977640"/>
            <a:ext cx="3474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Pular etapa no apontamento esconde que a peça nunca passou pelo retrabalho de verdade.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2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de apontamentos diferentes foram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embaladas todas juntas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ECFD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606040"/>
            <a:ext cx="502920" cy="50292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661361"/>
            <a:ext cx="392278" cy="3922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deveria ser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permite apontar a quantidade exata de peças de um pedido que vai para cada setor (pedidos parciais). Cada apontamento deve ser separado e identificável fisicamente.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606040"/>
            <a:ext cx="502920" cy="50292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001" y="2661361"/>
            <a:ext cx="392278" cy="3922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2940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foram embalados com peças misturadas, sem respeitar a separação por apontamento — tudo junto, sem distinção de qual quantidade era de qual setor/etapa.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40080" y="544068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440680"/>
            <a:ext cx="10378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separar por apontamento, é impossível saber depois quantas peças foram de fato para cada setor.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3 DE 3 — O MAIS GRAVE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 foi recebida, processada e encaminhada —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nunca apontada no sistema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5234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06207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379" y="2717780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1071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8406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60410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0" name="Shape 7"/>
          <p:cNvSpPr/>
          <p:nvPr/>
        </p:nvSpPr>
        <p:spPr>
          <a:xfrm>
            <a:off x="371383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39" y="2717780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6247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582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5586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5" name="Shape 11"/>
          <p:cNvSpPr/>
          <p:nvPr/>
        </p:nvSpPr>
        <p:spPr>
          <a:xfrm>
            <a:off x="636559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6" name="Image 2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99" y="2717780"/>
            <a:ext cx="370881" cy="3708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423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58758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90762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20" name="Shape 15"/>
          <p:cNvSpPr/>
          <p:nvPr/>
        </p:nvSpPr>
        <p:spPr>
          <a:xfrm>
            <a:off x="901735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1" name="Image 3" descr="C:\Users\GUILHE~1.SAN\AppData\Local\Temp\claude\C--Users-guilherme-santos-Desktop-sistema-pcp\4d21c026-892e-446d-879f-b79089ffc749\scratchpad/icons/s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9659" y="2717780"/>
            <a:ext cx="370881" cy="37088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6599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Encaminhado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2348" y="3703320"/>
            <a:ext cx="10287000" cy="0"/>
          </a:xfrm>
          <a:prstGeom prst="line">
            <a:avLst/>
          </a:prstGeom>
          <a:noFill/>
          <a:ln w="31750">
            <a:solidFill>
              <a:srgbClr val="B91C1C"/>
            </a:solidFill>
            <a:prstDash val="dash"/>
          </a:ln>
        </p:spPr>
      </p:sp>
      <p:sp>
        <p:nvSpPr>
          <p:cNvPr id="24" name="Text 18"/>
          <p:cNvSpPr/>
          <p:nvPr/>
        </p:nvSpPr>
        <p:spPr>
          <a:xfrm>
            <a:off x="952348" y="3794760"/>
            <a:ext cx="10287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disso foi apontado no sistema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" y="4343400"/>
            <a:ext cx="10927080" cy="178308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0120" y="4663440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7" name="Image 4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9" y="4733849"/>
            <a:ext cx="499262" cy="49926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828800" y="4572000"/>
            <a:ext cx="9464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erro mais grave: o sistema fica travado numa etapa antiga, enquanto a peça já avançou na prática. O PCP passa a mostrar uma informação que não é mais verdade.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vira só um espelho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problema que já existia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8961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apontamento não acontece — ou acontece errado — o PCP deixa de mostrar a etapa real de cada pedido. Isso invalida o sistema: ninguém consegue ver, com confiança, onde cada peça está.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líder precisa garantir na sua equipe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30552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192914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6596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sempre, na hora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63040" y="2350008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é registrado no sistema no momento em que acontece — não depois, não "quando der tempo".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9" name="Image 1" descr="C:\Users\GUILHE~1.SAN\AppData\Local\Temp\claude\C--Users-guilherme-santos-Desktop-sistema-pcp\4d21c026-892e-446d-879f-b79089ffc749\scratchpa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354202"/>
            <a:ext cx="442204" cy="4422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31272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 roteiro do pedido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463040" y="3511296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etapa é pulada sem justificativa registrada. Se a peça precisa de retrabalho, ela passa pelo retrabalho.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453128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3" name="Image 2" descr="C:\Users\GUILHE~1.SAN\AppData\Local\Temp\claude\C--Users-guilherme-santos-Desktop-sistema-pcp\4d21c026-892e-446d-879f-b79089ffc749\scratchpad/icons/pack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2" y="4515490"/>
            <a:ext cx="442204" cy="4422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288536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 que for apontado separado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63040" y="4672584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de apontamentos/setores diferentes não são embaladas ou misturadas juntas.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614416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7" name="Image 3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42" y="5676778"/>
            <a:ext cx="442204" cy="44220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5449824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 erro antes de seguir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63040" y="5833872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pulada, peça misturada, apontamento esquecido: avisar o PCP antes de continuar. Corrigir depois é bem mais difícil.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972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11676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Contamos com cada líder pra manter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PCP confiável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3566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como apontar, ou algum apontamento que ficou errado: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o PCP antes de seguir o pedido.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e Gabriel - Sistema PCP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2026-07-15T19:06:13Z</dcterms:created>
  <dcterms:modified xsi:type="dcterms:W3CDTF">2026-07-15T19:06:13Z</dcterms:modified>
</cp:coreProperties>
</file>