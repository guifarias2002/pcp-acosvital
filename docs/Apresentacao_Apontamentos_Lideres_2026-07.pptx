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" name="Image 0" descr="C:\Users\GUILHE~1.SAN\AppData\Local\Temp\claude\C--Users-guilherme-santos-Desktop-sistema-pcp\4d21c026-892e-446d-879f-b79089ffc749\scratchpad/icons/octag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489" y="710489"/>
            <a:ext cx="499262" cy="4992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DOS LÍDERES DE PRODUÇÃO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269748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Apontamentos no Sistema PCP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39776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identificados nos últimos pedidos processados — o que aconteceu, por que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é grave e o que precisa mudar a partir de agora.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e Controle da Produção  •  15/07/2026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sistema só vale o que for apontado nele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5" name="Image 0" descr="C:\Users\GUILHE~1.SAN\AppData\Local\Temp\claude\C--Users-guilherme-santos-Desktop-sistema-pcp\4d21c026-892e-446d-879f-b79089ffc749\scratchpad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442" y="2028322"/>
            <a:ext cx="442204" cy="4422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3852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PCP mostra onde cada pedido está com base no que é apontado no sistema — recebido, em produção, finalizado, encaminhado.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8" name="Image 1" descr="C:\Users\GUILHE~1.SAN\AppData\Local\Temp\claude\C--Users-guilherme-santos-Desktop-sistema-pcp\4d21c026-892e-446d-879f-b79089ffc749\scratchpad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42" y="3582802"/>
            <a:ext cx="442204" cy="4422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349300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apontamento não acontece, ou acontece errado, o sistema passa a mostrar uma etapa que não é a real.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040880" y="1920240"/>
            <a:ext cx="4480560" cy="3291840"/>
          </a:xfrm>
          <a:prstGeom prst="roundRect">
            <a:avLst>
              <a:gd name="adj" fmla="val 3333"/>
            </a:avLst>
          </a:prstGeom>
          <a:solidFill>
            <a:srgbClr val="E8EDF3"/>
          </a:solidFill>
          <a:ln/>
        </p:spPr>
      </p:sp>
      <p:sp>
        <p:nvSpPr>
          <p:cNvPr id="11" name="Text 7"/>
          <p:cNvSpPr/>
          <p:nvPr/>
        </p:nvSpPr>
        <p:spPr>
          <a:xfrm>
            <a:off x="7406640" y="2286000"/>
            <a:ext cx="3794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i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“Ninguém consegue ver de verdade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i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peça está — nem o líder,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i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o PCP, nem o cliente.”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1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Peças foram apontadas direto para a Qualidade,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passar pelo Retrabalho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468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77640" y="246888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D9DEE5"/>
          </a:solidFill>
          <a:ln w="19050">
            <a:solidFill>
              <a:srgbClr val="5A6A8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977640" y="2468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(pulado)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10912" y="2011680"/>
            <a:ext cx="402336" cy="402336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9" name="Image 0" descr="C:\Users\GUILHE~1.SAN\AppData\Local\Temp\claude\C--Users-guilherme-santos-Desktop-sistema-pcp\4d21c026-892e-446d-879f-b79089ffc749\scratchpad/icons/x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5169" y="2055937"/>
            <a:ext cx="313822" cy="31382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32320" y="246888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0" y="2468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 flipV="1">
            <a:off x="3291840" y="2148840"/>
            <a:ext cx="3840480" cy="320040"/>
          </a:xfrm>
          <a:prstGeom prst="bentConnector3">
            <a:avLst/>
          </a:prstGeom>
          <a:noFill/>
          <a:ln w="28575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6400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420624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pedidos recentes, peças que precisavam passar pelo Retrabalho foram apontadas direto do Estoque para a Qualidade.</a:t>
            </a:r>
            <a:endParaRPr lang="en-US" sz="14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foi um erro do sistema — foi de quem separou o material, sem identificar que aquela peça precisava de retrabalho antes de seguir.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589520" y="3794760"/>
            <a:ext cx="3977640" cy="1965960"/>
          </a:xfrm>
          <a:prstGeom prst="roundRect">
            <a:avLst>
              <a:gd name="adj" fmla="val 4651"/>
            </a:avLst>
          </a:prstGeom>
          <a:solidFill>
            <a:srgbClr val="FEF3C7"/>
          </a:solidFill>
          <a:ln/>
        </p:spPr>
      </p:sp>
      <p:sp>
        <p:nvSpPr>
          <p:cNvPr id="16" name="Text 13"/>
          <p:cNvSpPr/>
          <p:nvPr/>
        </p:nvSpPr>
        <p:spPr>
          <a:xfrm>
            <a:off x="7863840" y="3977640"/>
            <a:ext cx="3474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Pular etapa no apontamento esconde que a peça nunca passou pelo retrabalho de verdade.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2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Peças de apontamentos diferentes foram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embaladas todas juntas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ECFDF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06040"/>
            <a:ext cx="502920" cy="50292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6" name="Image 0" descr="C:\Users\GUILHE~1.SAN\AppData\Local\Temp\claude\C--Users-guilherme-santos-Desktop-sistema-pcp\4d21c026-892e-446d-879f-b79089ffc749\scratchpad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721" y="2661361"/>
            <a:ext cx="392278" cy="3922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606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deveria ser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29184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permite apontar a quantidade exata de peças de um pedido que vai para cada setor (pedidos parciais). Cada apontamento deve ser separado e identificável fisicamente.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09360" y="233172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FE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606040"/>
            <a:ext cx="502920" cy="50292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11" name="Image 1" descr="C:\Users\GUILHE~1.SAN\AppData\Local\Temp\claude\C--Users-guilherme-santos-Desktop-sistema-pcp\4d21c026-892e-446d-879f-b79089ffc749\scratchpad/icons/x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001" y="2661361"/>
            <a:ext cx="392278" cy="3922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606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29400" y="329184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foram embalados com peças misturadas, sem respeitar a separação por apontamento — tudo junto, sem distinção de qual quantidade era de qual setor/etapa.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40080" y="5440680"/>
            <a:ext cx="10927080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/>
        </p:spPr>
      </p:sp>
      <p:sp>
        <p:nvSpPr>
          <p:cNvPr id="15" name="Text 11"/>
          <p:cNvSpPr/>
          <p:nvPr/>
        </p:nvSpPr>
        <p:spPr>
          <a:xfrm>
            <a:off x="914400" y="5440680"/>
            <a:ext cx="10378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separar por apontamento, é impossível saber depois quantas peças foram de fato para cada setor.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3 DE 3 — O MAIS GRAVE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Peça foi recebida, processada e encaminhada —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 nunca apontada no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2348" y="242316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1062076" y="2665476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6" name="Image 0" descr="C:\Users\GUILHE~1.SAN\AppData\Local\Temp\claude\C--Users-guilherme-santos-Desktop-sistema-pcp\4d21c026-892e-446d-879f-b79089ffc749\scratchpad/icons/in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379" y="2717780"/>
            <a:ext cx="370881" cy="370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10716" y="2423160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Recebido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84068" y="2903220"/>
            <a:ext cx="320040" cy="0"/>
          </a:xfrm>
          <a:prstGeom prst="line">
            <a:avLst/>
          </a:prstGeom>
          <a:noFill/>
          <a:ln w="25400">
            <a:solidFill>
              <a:srgbClr val="5A6A8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604108" y="242316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A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3713836" y="2665476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1" name="Image 1" descr="C:\Users\GUILHE~1.SAN\AppData\Local\Temp\claude\C--Users-guilherme-santos-Desktop-sistema-pcp\4d21c026-892e-446d-879f-b79089ffc749\scratchpad/icons/to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139" y="2717780"/>
            <a:ext cx="370881" cy="3708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62476" y="2423160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Processado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935828" y="2903220"/>
            <a:ext cx="320040" cy="0"/>
          </a:xfrm>
          <a:prstGeom prst="line">
            <a:avLst/>
          </a:prstGeom>
          <a:noFill/>
          <a:ln w="25400">
            <a:solidFill>
              <a:srgbClr val="5A6A80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255868" y="242316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A3A5C"/>
          </a:solidFill>
          <a:ln/>
        </p:spPr>
      </p:sp>
      <p:sp>
        <p:nvSpPr>
          <p:cNvPr id="15" name="Shape 11"/>
          <p:cNvSpPr/>
          <p:nvPr/>
        </p:nvSpPr>
        <p:spPr>
          <a:xfrm>
            <a:off x="6365596" y="2665476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6" name="Image 2" descr="C:\Users\GUILHE~1.SAN\AppData\Local\Temp\claude\C--Users-guilherme-santos-Desktop-sistema-pcp\4d21c026-892e-446d-879f-b79089ffc749\scratchpad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899" y="2717780"/>
            <a:ext cx="370881" cy="37088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14236" y="2423160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587588" y="2903220"/>
            <a:ext cx="320040" cy="0"/>
          </a:xfrm>
          <a:prstGeom prst="line">
            <a:avLst/>
          </a:prstGeom>
          <a:noFill/>
          <a:ln w="25400">
            <a:solidFill>
              <a:srgbClr val="5A6A80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8907628" y="242316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A3A5C"/>
          </a:solidFill>
          <a:ln/>
        </p:spPr>
      </p:sp>
      <p:sp>
        <p:nvSpPr>
          <p:cNvPr id="20" name="Shape 15"/>
          <p:cNvSpPr/>
          <p:nvPr/>
        </p:nvSpPr>
        <p:spPr>
          <a:xfrm>
            <a:off x="9017356" y="2665476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1" name="Image 3" descr="C:\Users\GUILHE~1.SAN\AppData\Local\Temp\claude\C--Users-guilherme-santos-Desktop-sistema-pcp\4d21c026-892e-446d-879f-b79089ffc749\scratchpad/icons/s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9659" y="2717780"/>
            <a:ext cx="370881" cy="37088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65996" y="2423160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Encaminhado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952348" y="3703320"/>
            <a:ext cx="10287000" cy="0"/>
          </a:xfrm>
          <a:prstGeom prst="line">
            <a:avLst/>
          </a:prstGeom>
          <a:noFill/>
          <a:ln w="31750">
            <a:solidFill>
              <a:srgbClr val="B91C1C"/>
            </a:solidFill>
            <a:prstDash val="dash"/>
          </a:ln>
        </p:spPr>
      </p:sp>
      <p:sp>
        <p:nvSpPr>
          <p:cNvPr id="24" name="Text 18"/>
          <p:cNvSpPr/>
          <p:nvPr/>
        </p:nvSpPr>
        <p:spPr>
          <a:xfrm>
            <a:off x="952348" y="3794760"/>
            <a:ext cx="10287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disso foi apontado no sistema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40080" y="4343400"/>
            <a:ext cx="10927080" cy="178308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/>
        </p:spPr>
      </p:sp>
      <p:sp>
        <p:nvSpPr>
          <p:cNvPr id="26" name="Shape 20"/>
          <p:cNvSpPr/>
          <p:nvPr/>
        </p:nvSpPr>
        <p:spPr>
          <a:xfrm>
            <a:off x="960120" y="4663440"/>
            <a:ext cx="640080" cy="64008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27" name="Image 4" descr="C:\Users\GUILHE~1.SAN\AppData\Local\Temp\claude\C--Users-guilherme-santos-Desktop-sistema-pcp\4d21c026-892e-446d-879f-b79089ffc749\scratchpad/icons/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529" y="4733849"/>
            <a:ext cx="499262" cy="49926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828800" y="4572000"/>
            <a:ext cx="9464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o erro mais grave: o sistema fica travado numa etapa antiga, enquanto a peça já avançou na prática. O PCP passa a mostrar uma informação que não é mais verdade.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CONSEQUÊNCIA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881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sistema vira só um espelho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problema que já existia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8961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apontamento não acontece — ou acontece errado — o PCP deixa de mostrar a etapa real de cada pedido. Isso invalida o sistema: ninguém consegue ver, com confiança, onde cada peça está.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AGORA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cada líder precisa garantir na sua equipe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30552"/>
            <a:ext cx="566928" cy="566928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5" name="Image 0" descr="C:\Users\GUILHE~1.SAN\AppData\Local\Temp\claude\C--Users-guilherme-santos-Desktop-sistema-pcp\4d21c026-892e-446d-879f-b79089ffc749\scratchpad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442" y="2192914"/>
            <a:ext cx="442204" cy="4422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6596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Apontar sempre, na hora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2350008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movimento é registrado no sistema no momento em que acontece — não depois, não "quando der tempo".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566928" cy="566928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9" name="Image 1" descr="C:\Users\GUILHE~1.SAN\AppData\Local\Temp\claude\C--Users-guilherme-santos-Desktop-sistema-pcp\4d21c026-892e-446d-879f-b79089ffc749\scratchpad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42" y="3354202"/>
            <a:ext cx="442204" cy="4422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12724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o roteiro do pedido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63040" y="3511296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etapa é pulada sem justificativa registrada. Se a quantidade precisa de retrabalho, ela passa pelo retrabalho.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453128"/>
            <a:ext cx="566928" cy="566928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13" name="Image 2" descr="C:\Users\GUILHE~1.SAN\AppData\Local\Temp\claude\C--Users-guilherme-santos-Desktop-sistema-pcp\4d21c026-892e-446d-879f-b79089ffc749\scratchpad/icons/pack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42" y="4515490"/>
            <a:ext cx="442204" cy="4422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2885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o que for apontado separado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63040" y="4672584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Quantidades de apontamentos/setores diferentes não são embaladas ou misturadas juntas.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5614416"/>
            <a:ext cx="566928" cy="566928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17" name="Image 3" descr="C:\Users\GUILHE~1.SAN\AppData\Local\Temp\claude\C--Users-guilherme-santos-Desktop-sistema-pcp\4d21c026-892e-446d-879f-b79089ffc749\scratchpad/icons/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42" y="5676778"/>
            <a:ext cx="442204" cy="4422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544982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erro antes de seguir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63040" y="5833872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pulada, quantidade misturada, apontamento esquecido: avisar o PCP antes de continuar. Corrigir depois é bem mais difícil.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" name="Image 0" descr="C:\Users\GUILHE~1.SAN\AppData\Local\Temp\claude\C--Users-guilherme-santos-Desktop-sistema-pcp\4d21c026-892e-446d-879f-b79089ffc749\scratchpad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489" y="1167689"/>
            <a:ext cx="499262" cy="4992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Contamos com cada líder pra manter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PCP confiável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35661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sobre como apontar, ou algum apontamento que ficou errado: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 com o PCP antes de seguir o pedido.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e Gabriel - Sistema PCP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2026-07-15T19:06:13Z</dcterms:created>
  <dcterms:modified xsi:type="dcterms:W3CDTF">2026-07-15T19:06:13Z</dcterms:modified>
</cp:coreProperties>
</file>