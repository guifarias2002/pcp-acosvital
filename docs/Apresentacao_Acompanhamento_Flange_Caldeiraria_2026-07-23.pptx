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PCP — Flange e Caldeiraria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de apontamento identificadas no Flange  •  Retorno do questionário de etapas da Caldeiraria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 |  23/07/2026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Santos e Gabriel Ribeiro — PCP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DA REUNIÃO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3591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de apontamento encontradas na volta de alinhamento de 23/07 — caso do pedido 26035.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337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Caldeiraria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7307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do questionário de etapas internas, respondido pelo Eduardo (Arujá).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para a reunião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10235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objetivas propostas pro Flange e pra Caldeiraria.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Pauta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 · ACHADO EM CAMPO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26035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23/07/2026, durante uma volta de alinhamento na produção, foram identificadas diversas divergências entre o que o sistema registra e a situação real das peças no chão de fábrica.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desse pedido constavam no sistema distribuídas em setores onde a equipe acreditava que estivessem. Ao verificar fisicamente, a realidade era outra.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389120" cy="3977640"/>
          </a:xfrm>
          <a:prstGeom prst="roundRect">
            <a:avLst>
              <a:gd name="adj" fmla="val 2759"/>
            </a:avLst>
          </a:prstGeom>
          <a:solidFill>
            <a:srgbClr val="141B4D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MAIS CRÍTICO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3800" y="2286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54380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já entregues ao cliente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43800" y="4023360"/>
            <a:ext cx="3749040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5438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o sistema ainda mostra essas peças como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4553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PRODUÇÃO"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Flange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 · CAUSAS IDENTIFICADAS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está acontecendo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556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apontamento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63040" y="21214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maioria dos setores — é o que mais compromete a rastreabilidade dos itens.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7556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Devolução e encaminhamento errados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6600" y="21214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Voltar/seguir pro setor correto está sendo feito de forma errada pelos setores como um todo.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2644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Correria e falta de atenção dos líderes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63040" y="36301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 em apontar está ligada à correria do dia a dia e à atenção que os líderes dão aos seus funcionários.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5204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2644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comunicação entre setores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86600" y="363016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surge um problema, um setor "joga" a responsabilidade pro outro, sem chegar a uma solução.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47731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paralelo da OP física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63040" y="51389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o pedido já no sistema, alguns setores continuam controlando pela OP física em paralelo — dificulta o rastreio.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Flange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CALDEIRARIA · QUESTIONÁRIO (EDUARDO, ARUJÁ)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Fluxos por tipo de produto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marcar a tabela de "em quais etapas um item pode começar do zero", o Eduardo descreveu dois fluxos diferentes conforme o tipo de produto — até então, o que ele passou: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42309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25189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325189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Chanfradeira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44537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27417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827417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Calandra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46766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29646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329646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48994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31874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31874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51223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34103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334103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Acabamento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53451" y="310896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36331" y="3108960"/>
            <a:ext cx="1337637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836331" y="3108960"/>
            <a:ext cx="1337637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36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e suportes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92680" y="52578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5755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25755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45280" y="52578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281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43281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97880" y="52578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807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60807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Acabamento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50480" y="52578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8333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8333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03080" y="525780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585960" y="5257800"/>
            <a:ext cx="158800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9585960" y="5257800"/>
            <a:ext cx="1588008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Caldeiraria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CALDEIRARIA · QUESTIONÁRIO (EDUARDO, ARUJÁ)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Pessoal dedicado solicitado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observações finais, o Eduardo solicitou pessoal dedicado (não compartilhado com o Flange) para três funções na Caldeiraria: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Caldeiraria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48056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Desenhista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Caldeiraria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24028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423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Inspetor de Qualidade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Caldeiraria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físico — pendente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00200" y="5074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Eduardo confirmou que vai enviar fotos/print do quadro físico e da planilha usada hoje para controlar a produção da Caldeiraria.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Caldeiraria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PARA A REUNIÃO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propomos decidir hoje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134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671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com os líderes a obrigatoriedade do apontamento em tempo real e o uso exclusivo do sistema pra pedidos já cadastrados nele.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998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imediatamente o registro do pedido 26035 e revisar outros pedidos com o mesmo tipo de divergência.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78808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3250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entre os setores um fluxo claro de comunicação e resolução quando um problema de apontamento é identificado.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CALDEIRARIA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3134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671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pedido de pessoal dedicado (PCP, Desenhista, Inspetor de Qualidade) junto à liderança.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Pontos para a reunião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Aços Vital — Sistema PCP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2026-07-23T18:44:40Z</dcterms:created>
  <dcterms:modified xsi:type="dcterms:W3CDTF">2026-07-23T18:44:40Z</dcterms:modified>
</cp:coreProperties>
</file>